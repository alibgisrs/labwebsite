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3" autoAdjust="0"/>
    <p:restoredTop sz="94660"/>
  </p:normalViewPr>
  <p:slideViewPr>
    <p:cSldViewPr snapToGrid="0">
      <p:cViewPr varScale="1">
        <p:scale>
          <a:sx n="64" d="100"/>
          <a:sy n="64" d="100"/>
        </p:scale>
        <p:origin x="9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498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34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00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393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117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958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640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4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013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081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616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885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E5B52-83CD-4588-3873-6E395D8AF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field with rows of plants&#10;&#10;AI-generated content may be incorrect.">
            <a:extLst>
              <a:ext uri="{FF2B5EF4-FFF2-40B4-BE49-F238E27FC236}">
                <a16:creationId xmlns:a16="http://schemas.microsoft.com/office/drawing/2014/main" id="{A7993033-EDA3-F0A5-4515-E43A59811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9" b="15941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13E6CC1-1A39-2A02-44F8-17630CAB2EFB}"/>
              </a:ext>
            </a:extLst>
          </p:cNvPr>
          <p:cNvSpPr/>
          <p:nvPr/>
        </p:nvSpPr>
        <p:spPr>
          <a:xfrm>
            <a:off x="2090956" y="1766041"/>
            <a:ext cx="3094702" cy="3094702"/>
          </a:xfrm>
          <a:custGeom>
            <a:avLst/>
            <a:gdLst>
              <a:gd name="csX0" fmla="*/ 1890679 w 2526812"/>
              <a:gd name="csY0" fmla="*/ 639977 h 2526812"/>
              <a:gd name="csX1" fmla="*/ 2263470 w 2526812"/>
              <a:gd name="csY1" fmla="*/ 527625 h 2526812"/>
              <a:gd name="csX2" fmla="*/ 2400643 w 2526812"/>
              <a:gd name="csY2" fmla="*/ 765216 h 2526812"/>
              <a:gd name="csX3" fmla="*/ 2116948 w 2526812"/>
              <a:gd name="csY3" fmla="*/ 1031886 h 2526812"/>
              <a:gd name="csX4" fmla="*/ 2116948 w 2526812"/>
              <a:gd name="csY4" fmla="*/ 1494927 h 2526812"/>
              <a:gd name="csX5" fmla="*/ 2400643 w 2526812"/>
              <a:gd name="csY5" fmla="*/ 1761596 h 2526812"/>
              <a:gd name="csX6" fmla="*/ 2263470 w 2526812"/>
              <a:gd name="csY6" fmla="*/ 1999187 h 2526812"/>
              <a:gd name="csX7" fmla="*/ 1890679 w 2526812"/>
              <a:gd name="csY7" fmla="*/ 1886835 h 2526812"/>
              <a:gd name="csX8" fmla="*/ 1489674 w 2526812"/>
              <a:gd name="csY8" fmla="*/ 2118355 h 2526812"/>
              <a:gd name="csX9" fmla="*/ 1400579 w 2526812"/>
              <a:gd name="csY9" fmla="*/ 2497377 h 2526812"/>
              <a:gd name="csX10" fmla="*/ 1126233 w 2526812"/>
              <a:gd name="csY10" fmla="*/ 2497377 h 2526812"/>
              <a:gd name="csX11" fmla="*/ 1037138 w 2526812"/>
              <a:gd name="csY11" fmla="*/ 2118355 h 2526812"/>
              <a:gd name="csX12" fmla="*/ 636133 w 2526812"/>
              <a:gd name="csY12" fmla="*/ 1886835 h 2526812"/>
              <a:gd name="csX13" fmla="*/ 263342 w 2526812"/>
              <a:gd name="csY13" fmla="*/ 1999187 h 2526812"/>
              <a:gd name="csX14" fmla="*/ 126169 w 2526812"/>
              <a:gd name="csY14" fmla="*/ 1761596 h 2526812"/>
              <a:gd name="csX15" fmla="*/ 409864 w 2526812"/>
              <a:gd name="csY15" fmla="*/ 1494926 h 2526812"/>
              <a:gd name="csX16" fmla="*/ 409864 w 2526812"/>
              <a:gd name="csY16" fmla="*/ 1031885 h 2526812"/>
              <a:gd name="csX17" fmla="*/ 126169 w 2526812"/>
              <a:gd name="csY17" fmla="*/ 765216 h 2526812"/>
              <a:gd name="csX18" fmla="*/ 263342 w 2526812"/>
              <a:gd name="csY18" fmla="*/ 527625 h 2526812"/>
              <a:gd name="csX19" fmla="*/ 636133 w 2526812"/>
              <a:gd name="csY19" fmla="*/ 639977 h 2526812"/>
              <a:gd name="csX20" fmla="*/ 1037138 w 2526812"/>
              <a:gd name="csY20" fmla="*/ 408457 h 2526812"/>
              <a:gd name="csX21" fmla="*/ 1126233 w 2526812"/>
              <a:gd name="csY21" fmla="*/ 29435 h 2526812"/>
              <a:gd name="csX22" fmla="*/ 1400579 w 2526812"/>
              <a:gd name="csY22" fmla="*/ 29435 h 2526812"/>
              <a:gd name="csX23" fmla="*/ 1489674 w 2526812"/>
              <a:gd name="csY23" fmla="*/ 408457 h 2526812"/>
              <a:gd name="csX24" fmla="*/ 1890679 w 2526812"/>
              <a:gd name="csY24" fmla="*/ 639977 h 2526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2526812" h="2526812">
                <a:moveTo>
                  <a:pt x="1626374" y="639165"/>
                </a:moveTo>
                <a:lnTo>
                  <a:pt x="1896642" y="471776"/>
                </a:lnTo>
                <a:lnTo>
                  <a:pt x="2055036" y="630170"/>
                </a:lnTo>
                <a:lnTo>
                  <a:pt x="1887647" y="900438"/>
                </a:lnTo>
                <a:cubicBezTo>
                  <a:pt x="1952118" y="1011317"/>
                  <a:pt x="1985893" y="1137367"/>
                  <a:pt x="1985499" y="1265626"/>
                </a:cubicBezTo>
                <a:lnTo>
                  <a:pt x="2265596" y="1415990"/>
                </a:lnTo>
                <a:lnTo>
                  <a:pt x="2207620" y="1632360"/>
                </a:lnTo>
                <a:lnTo>
                  <a:pt x="1889866" y="1622530"/>
                </a:lnTo>
                <a:cubicBezTo>
                  <a:pt x="1826078" y="1733804"/>
                  <a:pt x="1733803" y="1826078"/>
                  <a:pt x="1622530" y="1889867"/>
                </a:cubicBezTo>
                <a:lnTo>
                  <a:pt x="1632359" y="2207620"/>
                </a:lnTo>
                <a:lnTo>
                  <a:pt x="1415990" y="2265596"/>
                </a:lnTo>
                <a:lnTo>
                  <a:pt x="1265626" y="1985499"/>
                </a:lnTo>
                <a:cubicBezTo>
                  <a:pt x="1137366" y="1985893"/>
                  <a:pt x="1011317" y="1952118"/>
                  <a:pt x="900438" y="1887647"/>
                </a:cubicBezTo>
                <a:lnTo>
                  <a:pt x="630170" y="2055036"/>
                </a:lnTo>
                <a:lnTo>
                  <a:pt x="471776" y="1896642"/>
                </a:lnTo>
                <a:lnTo>
                  <a:pt x="639165" y="1626374"/>
                </a:lnTo>
                <a:cubicBezTo>
                  <a:pt x="574694" y="1515495"/>
                  <a:pt x="540919" y="1389445"/>
                  <a:pt x="541313" y="1261186"/>
                </a:cubicBezTo>
                <a:lnTo>
                  <a:pt x="261216" y="1110822"/>
                </a:lnTo>
                <a:lnTo>
                  <a:pt x="319192" y="894452"/>
                </a:lnTo>
                <a:lnTo>
                  <a:pt x="636946" y="904282"/>
                </a:lnTo>
                <a:cubicBezTo>
                  <a:pt x="700734" y="793008"/>
                  <a:pt x="793009" y="700734"/>
                  <a:pt x="904282" y="636945"/>
                </a:cubicBezTo>
                <a:lnTo>
                  <a:pt x="894453" y="319192"/>
                </a:lnTo>
                <a:lnTo>
                  <a:pt x="1110822" y="261216"/>
                </a:lnTo>
                <a:lnTo>
                  <a:pt x="1261186" y="541313"/>
                </a:lnTo>
                <a:cubicBezTo>
                  <a:pt x="1389446" y="540919"/>
                  <a:pt x="1515495" y="574694"/>
                  <a:pt x="1626374" y="639165"/>
                </a:cubicBezTo>
                <a:close/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866089" tIns="866089" rIns="866089" bIns="866089" numCol="1" spcCol="1270" anchor="ctr" anchorCtr="0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8F35DB-81B8-4DE1-F362-A17FB89E0D80}"/>
              </a:ext>
            </a:extLst>
          </p:cNvPr>
          <p:cNvSpPr txBox="1"/>
          <p:nvPr/>
        </p:nvSpPr>
        <p:spPr>
          <a:xfrm>
            <a:off x="2839346" y="3021004"/>
            <a:ext cx="2018009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Sensing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9B979F-FA7C-369D-BC56-9261B8E0FA24}"/>
              </a:ext>
            </a:extLst>
          </p:cNvPr>
          <p:cNvSpPr txBox="1"/>
          <p:nvPr/>
        </p:nvSpPr>
        <p:spPr>
          <a:xfrm>
            <a:off x="5043830" y="2917075"/>
            <a:ext cx="2530001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Modeling</a:t>
            </a:r>
            <a:endParaRPr lang="en-US" sz="36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2F366F-F1FE-5D33-2884-9472B0544444}"/>
              </a:ext>
            </a:extLst>
          </p:cNvPr>
          <p:cNvSpPr txBox="1"/>
          <p:nvPr/>
        </p:nvSpPr>
        <p:spPr>
          <a:xfrm>
            <a:off x="7710084" y="2800784"/>
            <a:ext cx="2660255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Deciding</a:t>
            </a:r>
            <a:endParaRPr lang="en-US" sz="120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D0A6C06-A772-1757-3EA9-5598B733A360}"/>
              </a:ext>
            </a:extLst>
          </p:cNvPr>
          <p:cNvSpPr/>
          <p:nvPr/>
        </p:nvSpPr>
        <p:spPr>
          <a:xfrm>
            <a:off x="4481916" y="1662112"/>
            <a:ext cx="3094702" cy="3094702"/>
          </a:xfrm>
          <a:custGeom>
            <a:avLst/>
            <a:gdLst>
              <a:gd name="csX0" fmla="*/ 1890679 w 2526812"/>
              <a:gd name="csY0" fmla="*/ 639977 h 2526812"/>
              <a:gd name="csX1" fmla="*/ 2263470 w 2526812"/>
              <a:gd name="csY1" fmla="*/ 527625 h 2526812"/>
              <a:gd name="csX2" fmla="*/ 2400643 w 2526812"/>
              <a:gd name="csY2" fmla="*/ 765216 h 2526812"/>
              <a:gd name="csX3" fmla="*/ 2116948 w 2526812"/>
              <a:gd name="csY3" fmla="*/ 1031886 h 2526812"/>
              <a:gd name="csX4" fmla="*/ 2116948 w 2526812"/>
              <a:gd name="csY4" fmla="*/ 1494927 h 2526812"/>
              <a:gd name="csX5" fmla="*/ 2400643 w 2526812"/>
              <a:gd name="csY5" fmla="*/ 1761596 h 2526812"/>
              <a:gd name="csX6" fmla="*/ 2263470 w 2526812"/>
              <a:gd name="csY6" fmla="*/ 1999187 h 2526812"/>
              <a:gd name="csX7" fmla="*/ 1890679 w 2526812"/>
              <a:gd name="csY7" fmla="*/ 1886835 h 2526812"/>
              <a:gd name="csX8" fmla="*/ 1489674 w 2526812"/>
              <a:gd name="csY8" fmla="*/ 2118355 h 2526812"/>
              <a:gd name="csX9" fmla="*/ 1400579 w 2526812"/>
              <a:gd name="csY9" fmla="*/ 2497377 h 2526812"/>
              <a:gd name="csX10" fmla="*/ 1126233 w 2526812"/>
              <a:gd name="csY10" fmla="*/ 2497377 h 2526812"/>
              <a:gd name="csX11" fmla="*/ 1037138 w 2526812"/>
              <a:gd name="csY11" fmla="*/ 2118355 h 2526812"/>
              <a:gd name="csX12" fmla="*/ 636133 w 2526812"/>
              <a:gd name="csY12" fmla="*/ 1886835 h 2526812"/>
              <a:gd name="csX13" fmla="*/ 263342 w 2526812"/>
              <a:gd name="csY13" fmla="*/ 1999187 h 2526812"/>
              <a:gd name="csX14" fmla="*/ 126169 w 2526812"/>
              <a:gd name="csY14" fmla="*/ 1761596 h 2526812"/>
              <a:gd name="csX15" fmla="*/ 409864 w 2526812"/>
              <a:gd name="csY15" fmla="*/ 1494926 h 2526812"/>
              <a:gd name="csX16" fmla="*/ 409864 w 2526812"/>
              <a:gd name="csY16" fmla="*/ 1031885 h 2526812"/>
              <a:gd name="csX17" fmla="*/ 126169 w 2526812"/>
              <a:gd name="csY17" fmla="*/ 765216 h 2526812"/>
              <a:gd name="csX18" fmla="*/ 263342 w 2526812"/>
              <a:gd name="csY18" fmla="*/ 527625 h 2526812"/>
              <a:gd name="csX19" fmla="*/ 636133 w 2526812"/>
              <a:gd name="csY19" fmla="*/ 639977 h 2526812"/>
              <a:gd name="csX20" fmla="*/ 1037138 w 2526812"/>
              <a:gd name="csY20" fmla="*/ 408457 h 2526812"/>
              <a:gd name="csX21" fmla="*/ 1126233 w 2526812"/>
              <a:gd name="csY21" fmla="*/ 29435 h 2526812"/>
              <a:gd name="csX22" fmla="*/ 1400579 w 2526812"/>
              <a:gd name="csY22" fmla="*/ 29435 h 2526812"/>
              <a:gd name="csX23" fmla="*/ 1489674 w 2526812"/>
              <a:gd name="csY23" fmla="*/ 408457 h 2526812"/>
              <a:gd name="csX24" fmla="*/ 1890679 w 2526812"/>
              <a:gd name="csY24" fmla="*/ 639977 h 2526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2526812" h="2526812">
                <a:moveTo>
                  <a:pt x="1626374" y="639165"/>
                </a:moveTo>
                <a:lnTo>
                  <a:pt x="1896642" y="471776"/>
                </a:lnTo>
                <a:lnTo>
                  <a:pt x="2055036" y="630170"/>
                </a:lnTo>
                <a:lnTo>
                  <a:pt x="1887647" y="900438"/>
                </a:lnTo>
                <a:cubicBezTo>
                  <a:pt x="1952118" y="1011317"/>
                  <a:pt x="1985893" y="1137367"/>
                  <a:pt x="1985499" y="1265626"/>
                </a:cubicBezTo>
                <a:lnTo>
                  <a:pt x="2265596" y="1415990"/>
                </a:lnTo>
                <a:lnTo>
                  <a:pt x="2207620" y="1632360"/>
                </a:lnTo>
                <a:lnTo>
                  <a:pt x="1889866" y="1622530"/>
                </a:lnTo>
                <a:cubicBezTo>
                  <a:pt x="1826078" y="1733804"/>
                  <a:pt x="1733803" y="1826078"/>
                  <a:pt x="1622530" y="1889867"/>
                </a:cubicBezTo>
                <a:lnTo>
                  <a:pt x="1632359" y="2207620"/>
                </a:lnTo>
                <a:lnTo>
                  <a:pt x="1415990" y="2265596"/>
                </a:lnTo>
                <a:lnTo>
                  <a:pt x="1265626" y="1985499"/>
                </a:lnTo>
                <a:cubicBezTo>
                  <a:pt x="1137366" y="1985893"/>
                  <a:pt x="1011317" y="1952118"/>
                  <a:pt x="900438" y="1887647"/>
                </a:cubicBezTo>
                <a:lnTo>
                  <a:pt x="630170" y="2055036"/>
                </a:lnTo>
                <a:lnTo>
                  <a:pt x="471776" y="1896642"/>
                </a:lnTo>
                <a:lnTo>
                  <a:pt x="639165" y="1626374"/>
                </a:lnTo>
                <a:cubicBezTo>
                  <a:pt x="574694" y="1515495"/>
                  <a:pt x="540919" y="1389445"/>
                  <a:pt x="541313" y="1261186"/>
                </a:cubicBezTo>
                <a:lnTo>
                  <a:pt x="261216" y="1110822"/>
                </a:lnTo>
                <a:lnTo>
                  <a:pt x="319192" y="894452"/>
                </a:lnTo>
                <a:lnTo>
                  <a:pt x="636946" y="904282"/>
                </a:lnTo>
                <a:cubicBezTo>
                  <a:pt x="700734" y="793008"/>
                  <a:pt x="793009" y="700734"/>
                  <a:pt x="904282" y="636945"/>
                </a:cubicBezTo>
                <a:lnTo>
                  <a:pt x="894453" y="319192"/>
                </a:lnTo>
                <a:lnTo>
                  <a:pt x="1110822" y="261216"/>
                </a:lnTo>
                <a:lnTo>
                  <a:pt x="1261186" y="541313"/>
                </a:lnTo>
                <a:cubicBezTo>
                  <a:pt x="1389446" y="540919"/>
                  <a:pt x="1515495" y="574694"/>
                  <a:pt x="1626374" y="639165"/>
                </a:cubicBezTo>
                <a:close/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866089" tIns="866089" rIns="866089" bIns="866089" numCol="1" spcCol="1270" anchor="ctr" anchorCtr="0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6A67A44-F19D-CCAF-4F13-514AAA719B8A}"/>
              </a:ext>
            </a:extLst>
          </p:cNvPr>
          <p:cNvSpPr/>
          <p:nvPr/>
        </p:nvSpPr>
        <p:spPr>
          <a:xfrm>
            <a:off x="7006342" y="1575848"/>
            <a:ext cx="3094702" cy="3094702"/>
          </a:xfrm>
          <a:custGeom>
            <a:avLst/>
            <a:gdLst>
              <a:gd name="csX0" fmla="*/ 1890679 w 2526812"/>
              <a:gd name="csY0" fmla="*/ 639977 h 2526812"/>
              <a:gd name="csX1" fmla="*/ 2263470 w 2526812"/>
              <a:gd name="csY1" fmla="*/ 527625 h 2526812"/>
              <a:gd name="csX2" fmla="*/ 2400643 w 2526812"/>
              <a:gd name="csY2" fmla="*/ 765216 h 2526812"/>
              <a:gd name="csX3" fmla="*/ 2116948 w 2526812"/>
              <a:gd name="csY3" fmla="*/ 1031886 h 2526812"/>
              <a:gd name="csX4" fmla="*/ 2116948 w 2526812"/>
              <a:gd name="csY4" fmla="*/ 1494927 h 2526812"/>
              <a:gd name="csX5" fmla="*/ 2400643 w 2526812"/>
              <a:gd name="csY5" fmla="*/ 1761596 h 2526812"/>
              <a:gd name="csX6" fmla="*/ 2263470 w 2526812"/>
              <a:gd name="csY6" fmla="*/ 1999187 h 2526812"/>
              <a:gd name="csX7" fmla="*/ 1890679 w 2526812"/>
              <a:gd name="csY7" fmla="*/ 1886835 h 2526812"/>
              <a:gd name="csX8" fmla="*/ 1489674 w 2526812"/>
              <a:gd name="csY8" fmla="*/ 2118355 h 2526812"/>
              <a:gd name="csX9" fmla="*/ 1400579 w 2526812"/>
              <a:gd name="csY9" fmla="*/ 2497377 h 2526812"/>
              <a:gd name="csX10" fmla="*/ 1126233 w 2526812"/>
              <a:gd name="csY10" fmla="*/ 2497377 h 2526812"/>
              <a:gd name="csX11" fmla="*/ 1037138 w 2526812"/>
              <a:gd name="csY11" fmla="*/ 2118355 h 2526812"/>
              <a:gd name="csX12" fmla="*/ 636133 w 2526812"/>
              <a:gd name="csY12" fmla="*/ 1886835 h 2526812"/>
              <a:gd name="csX13" fmla="*/ 263342 w 2526812"/>
              <a:gd name="csY13" fmla="*/ 1999187 h 2526812"/>
              <a:gd name="csX14" fmla="*/ 126169 w 2526812"/>
              <a:gd name="csY14" fmla="*/ 1761596 h 2526812"/>
              <a:gd name="csX15" fmla="*/ 409864 w 2526812"/>
              <a:gd name="csY15" fmla="*/ 1494926 h 2526812"/>
              <a:gd name="csX16" fmla="*/ 409864 w 2526812"/>
              <a:gd name="csY16" fmla="*/ 1031885 h 2526812"/>
              <a:gd name="csX17" fmla="*/ 126169 w 2526812"/>
              <a:gd name="csY17" fmla="*/ 765216 h 2526812"/>
              <a:gd name="csX18" fmla="*/ 263342 w 2526812"/>
              <a:gd name="csY18" fmla="*/ 527625 h 2526812"/>
              <a:gd name="csX19" fmla="*/ 636133 w 2526812"/>
              <a:gd name="csY19" fmla="*/ 639977 h 2526812"/>
              <a:gd name="csX20" fmla="*/ 1037138 w 2526812"/>
              <a:gd name="csY20" fmla="*/ 408457 h 2526812"/>
              <a:gd name="csX21" fmla="*/ 1126233 w 2526812"/>
              <a:gd name="csY21" fmla="*/ 29435 h 2526812"/>
              <a:gd name="csX22" fmla="*/ 1400579 w 2526812"/>
              <a:gd name="csY22" fmla="*/ 29435 h 2526812"/>
              <a:gd name="csX23" fmla="*/ 1489674 w 2526812"/>
              <a:gd name="csY23" fmla="*/ 408457 h 2526812"/>
              <a:gd name="csX24" fmla="*/ 1890679 w 2526812"/>
              <a:gd name="csY24" fmla="*/ 639977 h 25268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2526812" h="2526812">
                <a:moveTo>
                  <a:pt x="1626374" y="639165"/>
                </a:moveTo>
                <a:lnTo>
                  <a:pt x="1896642" y="471776"/>
                </a:lnTo>
                <a:lnTo>
                  <a:pt x="2055036" y="630170"/>
                </a:lnTo>
                <a:lnTo>
                  <a:pt x="1887647" y="900438"/>
                </a:lnTo>
                <a:cubicBezTo>
                  <a:pt x="1952118" y="1011317"/>
                  <a:pt x="1985893" y="1137367"/>
                  <a:pt x="1985499" y="1265626"/>
                </a:cubicBezTo>
                <a:lnTo>
                  <a:pt x="2265596" y="1415990"/>
                </a:lnTo>
                <a:lnTo>
                  <a:pt x="2207620" y="1632360"/>
                </a:lnTo>
                <a:lnTo>
                  <a:pt x="1889866" y="1622530"/>
                </a:lnTo>
                <a:cubicBezTo>
                  <a:pt x="1826078" y="1733804"/>
                  <a:pt x="1733803" y="1826078"/>
                  <a:pt x="1622530" y="1889867"/>
                </a:cubicBezTo>
                <a:lnTo>
                  <a:pt x="1632359" y="2207620"/>
                </a:lnTo>
                <a:lnTo>
                  <a:pt x="1415990" y="2265596"/>
                </a:lnTo>
                <a:lnTo>
                  <a:pt x="1265626" y="1985499"/>
                </a:lnTo>
                <a:cubicBezTo>
                  <a:pt x="1137366" y="1985893"/>
                  <a:pt x="1011317" y="1952118"/>
                  <a:pt x="900438" y="1887647"/>
                </a:cubicBezTo>
                <a:lnTo>
                  <a:pt x="630170" y="2055036"/>
                </a:lnTo>
                <a:lnTo>
                  <a:pt x="471776" y="1896642"/>
                </a:lnTo>
                <a:lnTo>
                  <a:pt x="639165" y="1626374"/>
                </a:lnTo>
                <a:cubicBezTo>
                  <a:pt x="574694" y="1515495"/>
                  <a:pt x="540919" y="1389445"/>
                  <a:pt x="541313" y="1261186"/>
                </a:cubicBezTo>
                <a:lnTo>
                  <a:pt x="261216" y="1110822"/>
                </a:lnTo>
                <a:lnTo>
                  <a:pt x="319192" y="894452"/>
                </a:lnTo>
                <a:lnTo>
                  <a:pt x="636946" y="904282"/>
                </a:lnTo>
                <a:cubicBezTo>
                  <a:pt x="700734" y="793008"/>
                  <a:pt x="793009" y="700734"/>
                  <a:pt x="904282" y="636945"/>
                </a:cubicBezTo>
                <a:lnTo>
                  <a:pt x="894453" y="319192"/>
                </a:lnTo>
                <a:lnTo>
                  <a:pt x="1110822" y="261216"/>
                </a:lnTo>
                <a:lnTo>
                  <a:pt x="1261186" y="541313"/>
                </a:lnTo>
                <a:cubicBezTo>
                  <a:pt x="1389446" y="540919"/>
                  <a:pt x="1515495" y="574694"/>
                  <a:pt x="1626374" y="639165"/>
                </a:cubicBezTo>
                <a:close/>
              </a:path>
            </a:pathLst>
          </a:custGeom>
          <a:noFill/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0" vert="horz" wrap="square" lIns="866089" tIns="866089" rIns="866089" bIns="866089" numCol="1" spcCol="1270" anchor="ctr" anchorCtr="0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C8B4A-5C3A-5C3D-7D72-0553DBB5EA95}"/>
              </a:ext>
            </a:extLst>
          </p:cNvPr>
          <p:cNvSpPr txBox="1"/>
          <p:nvPr/>
        </p:nvSpPr>
        <p:spPr>
          <a:xfrm rot="3774543">
            <a:off x="-730036" y="4074898"/>
            <a:ext cx="57425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>
                    <a:lumMod val="95000"/>
                  </a:schemeClr>
                </a:solidFill>
              </a:rPr>
              <a:t>Ali Bazrafkan Lab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7A699F-B612-7F97-03C7-CC87ABBE2394}"/>
              </a:ext>
            </a:extLst>
          </p:cNvPr>
          <p:cNvSpPr txBox="1"/>
          <p:nvPr/>
        </p:nvSpPr>
        <p:spPr>
          <a:xfrm rot="19207209">
            <a:off x="9589357" y="3745511"/>
            <a:ext cx="31143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Precision Agriculture </a:t>
            </a:r>
          </a:p>
        </p:txBody>
      </p:sp>
    </p:spTree>
    <p:extLst>
      <p:ext uri="{BB962C8B-B14F-4D97-AF65-F5344CB8AC3E}">
        <p14:creationId xmlns:p14="http://schemas.microsoft.com/office/powerpoint/2010/main" val="3289796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4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4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4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4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5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8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Calisto MT</vt:lpstr>
      <vt:lpstr>Univers Condensed</vt:lpstr>
      <vt:lpstr>ChronicleVTI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Bazrafkan, Aliasghar</dc:creator>
  <cp:lastModifiedBy>Bazrafkan, Aliasghar</cp:lastModifiedBy>
  <cp:revision>5</cp:revision>
  <dcterms:created xsi:type="dcterms:W3CDTF">2026-01-04T04:18:37Z</dcterms:created>
  <dcterms:modified xsi:type="dcterms:W3CDTF">2026-01-04T06:00:22Z</dcterms:modified>
</cp:coreProperties>
</file>